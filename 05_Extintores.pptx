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Bem-vindos à aula sobre extintores de incêndio. Vamos aprender sobre os tipos de incêndio, as classes de fogo, os agentes extintores corretos para cada situação e como utilizar um extintor de forma segura e eficiente.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fogo é resultado da combinação de três elementos: combustível, comburente e calor, formando o chamado triângulo do fogo. Para apagar um incêndio, basta eliminar um desses elementos. O extintor age principalmente resfriando ou abafando o fogo e, no caso dos pós químicos, também interrompendo a reação em cadeia.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incêndios são classificados em quatro classes principais. Classe A são os sólidos que formam brasa, como madeira e papel — usa-se água ou pó ABC. Classe B são líquidos e gases inflamáveis — nunca use água, pois pode espirrar o líquido. Use pó ou CO2. Classe C são equipamentos elétricos energizados — nunca use água por risco de choque; use pó seco ou CO2. Classe D são metais combustíveis que exigem pó especial específico para cada metal.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vários tipos de agentes extintores. O extintor de água age por resfriamento e serve apenas para a classe A. O pó químico seco BC combate as classes B e C. O pó ABC é o mais versátil, cobrindo as três classes principais. O CO2 é ideal para equipamentos eletrônicos pois não deixa resíduo, mas atenção: em espaços confinados pode causar asfixia. A espuma é usada para líquidos inflamáveis em grandes volumes.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escolha do extintor correto é fundamental para a eficácia e segurança. Para sólidos como papel e madeira, use água ou pó ABC. Para líquidos e gases inflamáveis, use pó BC, ABC ou CO2, nunca água. Para equipamentos elétricos energizados, use pó seco ou CO2, nunca água. Para servidores e computadores, prefira CO2 por não deixar resíduo. Sempre leia o rótulo do extintor — ele indica as classes para as quais é adequado.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técnica PASS é o método padrão para uso de extintores. P de puxar o pino de segurança. A de apontar o bico para a base das chamas, nunca para o topo, pois o fogo começa embaixo. S de apertar o gatilho. E o segundo S de varrer da esquerda para a direita cobrindo toda a base. Mantenha a distância indicada no rótulo, fique com o vento nas costas para o agente extintor não voltar em sua direção e sempre tenha uma rota de fuga.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extintores exigem manutenção regular. A inspeção visual mensal deve ser feita por funcionário treinado verificando o lacre, a pressão no manômetro — que deve estar na zona verde — e se o extintor está acessível e sem obstruções. A manutenção anual deve ser realizada por empresa credenciada pelo INMETRO. O teste hidrostático do cilindro ocorre a cada cinco anos. Após qualquer uso, mesmo que parcial, o extintor deve ser imediatamente recarregado.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NR-23 e a NBR 12693 definem onde e como posicionar os extintores. A parte inferior do extintor deve estar a no máximo um metro e sessenta do piso para facilitar o acesso rápido. A distância máxima a percorrer é de quinze metros para incêndios classe A e dez metros para as classes B e C. A sinalização com placa fotoluminescente é obrigatória e o acesso deve ser sempre livre. A quantidade de extintores é calculada em função da área e do risco do ambiente.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Norma Regulamentadora número 23 trata da proteção contra incêndios. O empregador é responsável por manter saídas de emergência desobstruídas, disponibilizar extintores adequados, treinar todos os funcionários no uso correto dos equipamentos e manter uma brigada de incêndio conforme o porte da empresa. Simulados periódicos são obrigatórios para garantir que todos saibam agir em caso de emergência. A fiscalização é realizada pelo Corpo de Bombeiros e pelo Ministério do Trabalho e Emprego.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revisar os pontos essenciais sobre extintores de incêndio. O fogo precisa de três elementos e remover qualquer um deles o extingue. Lembre as quatro classes de incêndio e nunca use água em fogo elétrico ou de líquidos. Use a técnica PASS: puxar o pino, apontar para a base, apertar o gatilho e varrer. Faça inspeção visual mensal e manutenção anual com empresa credenciada. Mantenha os extintores nas distâncias corretas e o acesso sempre livre. Após qualquer uso, recarregue imediatamente. Segurança começa na prevenção.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Extintores de Incêndio — Prevenção e Combate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8328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</a:rPr>
              <a:t>NR-23 · ABNT NBR 12693 · SENAI Unidade Cariacica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</a:rPr>
              <a:t>Prof. Marcos José dos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O Triângulo do Fogo — Como o Incêndio se 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O fogo precisa de TRÊS elementos simultâneos: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🔥 COMBUSTÍVEL — material que queima (madeira, papel, gasolina, gás).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💨 COMBURENTE — oxigênio do ar (mínimo ~16% para sustentar chama).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⚡ CALOR (energia de ativação) — fonte de ignição (faísca, chama, atrito).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Remover QUALQUER um dos três elementos extingue o incêndio.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⚠️  Incêndio nunca começa sozinho — identifique e elimine o risco antes.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Classes de Incêndio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CLASSE A — Sólidos com brasas: madeira, papel, tecido, borracha.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        Agente: ÁGUA ou pó ABC. Extinção por resfriamento.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CLASSE B — Líquidos e gases inflamáveis: gasolina, álcool, GLP.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        Agente: PÓ BC ou ABC, CO₂, espuma. NUNCA use água.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CLASSE C — Equipamentos elétricos ENERGIZADOS.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        Agente: PÓ BC ou ABC, CO₂ (não condutores). NUNCA use água.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CLASSE D — Metais combustíveis: magnésio, titânio, sódio.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5546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         Agente: pó especial específico para o metal.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Tipos de Extintores e Agentes Extintores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💧 ÁGUA PRESSURIZADA — Classe A. Age por resfriamento. Não usar em B, C ou 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🟡 PÓ QUÍMICO SECO BC — Classes B e C. Interrompe reação em cadeia.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🟠 PÓ QUÍMICO SECO ABC — Classes A, B e C. Versátil, uso mais comum.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❄️  GÁS CARBÔNICO (CO₂) — Classes B e C. Não deixa resíduo. Ideal p/ 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🟢 ESPUMA MECÂNICA — Classes A e B. Age por abafamento e resfriamento.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⚠️  Pó ABC deixa resíduo — cause dano ao equipamento eletrônico. Prefira CO₂.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Seleção Correta do Extintor por Situação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LIXEIRA pegando fogo (papel/madeira)  → Água ou Pó ABC.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Vazamento de gás inflamável (GLP)     → Pó BC ou ABC, CO₂.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Curto em quadro elétrico energizado   → Pó BC, ABC ou CO₂. NUNCA água.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Incêndio em servidor / computadores   → CO₂ (sem resíduo).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Incêndio em depósito de combustível   → Espuma mecânica ou Pó BC.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Regra de ouro: leia sempre o rótulo do extintor antes de usar.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Como Usar um Extintor — Técnica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P — PUXE o pino de segurança (lacre).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A — APONTE o bico/mangueira para a BASE das chamas, não para o topo.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S — APERTE (SQUEEZE) o gatilho com firmeza e de forma contínua.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S — VARRA (SWEEP) da esquerda para a direita, cobrindo toda a 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Distância segura: entre 1,5 m e 3 m da chama (veja no rótulo).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⚠️  Posicione-se com o vento NAS COSTAS. Tenha sempre rota de fuga.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Inspeção e Manutenção dos Extintores (NBR 12962)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INSPEÇÃO MENSAL (visual) — verificar: lacre intacto, pressão no manômetro (zona verde),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ausência de danos, corrosão, validade da carga e local de instalação acessível.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MANUTENÇÃO ANUAL — realizada por empresa credenciada pelo INMETRO.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Verificação interna, recarga e emissão de laudo técnico.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TESTE HIDROSTÁTICO — a cada 5 anos para cilindros de aço.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Após qualquer uso — mesmo parcial — o extintor deve ser recarregado.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⚠️  Extintor descarregado ou com manômetro na zona vermelha é inoperante.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Localização, Sinalização e Quantidade (NR-23)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ALTURA: parte inferior do extintor a no máximo 1,60 m do piso.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DISTÂNCIA MÁXIMA a percorrer: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• Classe A: até 15 metros.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  • Classes B e C: até 10 metros.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SINALIZAÇÃO: placa fotoluminescente de identificação obrigatória.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ACESSO: nunca obstruir com móveis, equipamentos ou outros objetos.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QUANTIDADE: calculada conforme área, ocupação e risco do ambiente (NBR 12693).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NR-23 — Proteção Contra Incêndios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A NR-23 estabelece obrigações do empregador em proteção contra incêndio: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Saídas de emergência suficientes e desobstruídas.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Equipamentos de combate a incêndio em número e tipo adequados.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Treinamento de todos os trabalhadores no uso dos extintores.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Brigada de incêndio conforme o porte e risco da empresa.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• Plano de emergência e simulados periódicos.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⚠️  A fiscalização é feita pelo Corpo de Bombeiros e pelo MTE.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6DB"/>
                </a:solidFill>
              </a:rPr>
              <a:t>Resumo — O que Você Precisa Saber sobre Extintores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✅ Fogo = Combustível + Comburente + Calor — remova um para extinguir.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7335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✅ 4 classes: A (sólidos) · B (líquidos/gases) · C (elétrico) · D (metais).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0370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✅ NUNCA use água em incêndios classe B ou 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34056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✅ Técnica PASS: Puxar · Apontar (base) · Apertar · Varrer.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✅ Inspeção mensal + manutenção anual por empresa credenciada.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✅ Distância: 15 m (Cl. A) / 10 m (Cl. B e C) — acesso sempre livre.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511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</a:rPr>
              <a:t>✅ Após qualquer uso — recarregue imediatamente.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