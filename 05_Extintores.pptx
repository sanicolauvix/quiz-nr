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Bem-vindos à aula sobre extintores de incêndio. Vamos aprender sobre os tipos de incêndio, as classes de fogo, os agentes extintores corretos para cada situação e como usar um extintor de forma segura com a técnica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fogo resulta da combinação de três elementos: combustível, comburente e calor. Para apagá-lo, basta eliminar um desses elementos. O conceito moderno inclui um quarto elemento, a reação em cadeia, formando o Tetraedro do Fogo. Os extintores podem agir por resfriamento, abafamento, isolamento do combustível ou interrupção da reação em cadeia, dependendo do tipo de agente extintor.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incêndios são classificados em cinco classes principais. Classe A são os sólidos que formam brasa: use água ou pó ABC. Classe B são líquidos e gases inflamáveis: nunca use água, que pode espirrar o líquido em chamas. Classe C são equipamentos elétricos energizados: nunca use água por risco de choque. Classe D são metais combustíveis raros que exigem pó especial específico. Classe K são óleos e gorduras de cozinha em alta temperatura: nunca use água, pois o vapor explosivo pode projetar óleo incandescente.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principais tipos de extintores diferem pelo agente extintor que utilizam. O de água age por resfriamento e serve apenas para a Classe A. O pó BC combate as classes B e C interrompendo a reação em cadeia. O pó ABC é o mais versátil, cobrindo as três classes mais comuns. O CO2 é ideal para equipamentos eletrônicos e ambientes de TI pois não deixa resíduo, mas atenção: em espaços fechados pode causar asfixia. A espuma é usada para grandes volumes de líquidos inflamáveis.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escolha correta do extintor é fundamental para a eficácia e para a segurança do operador. Para sólidos com brasa, como papel e madeira, use água ou pó ABC. Para líquidos e gases inflamáveis, use pó BC, ABC ou CO2, nunca água. Para equipamentos elétricos energizados, use pó seco ou CO2, nunca água. Para servidores e computadores, prefira CO2 por não deixar resíduo de pó. Para óleos de cozinha quentes, use apenas o extintor específico de pó úmido para Classe K. Sempre leia o rótulo do extintor antes de usá-lo.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técnica PASS é o método padrão internacional para uso de extintores. P de Puxar o pino de segurança que impede o acionamento acidental. A de Apontar o bico para a base das chamas, nunca para o topo, pois é na base que está o combustível. S de Apertar o gatilho com firmeza e de forma contínua. S de Varrer o jato da esquerda para a direita cobrindo toda a base. Posicione-se sempre com o vento nas costas e mantenha uma rota de fuga livre.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manutenção regular dos extintores é tão importante quanto saber usá-los. A inspeção visual mensal deve ser feita por funcionário treinado, verificando o lacre, a pressão no manômetro, que deve estar na zona verde, e se o extintor está acessível e sinalizado. A manutenção anual deve ser realizada por empresa credenciada pelo INMETRO, que realiza verificação interna, recarga e emite laudo técnico. O teste hidrostático do cilindro é obrigatório a cada cinco anos. Após qualquer uso, mesmo que parcial, o extintor deve ser recarregado imediatamente.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NR-23 e a NBR doze mil seiscentos e noventa e três definem como posicionar os extintores. A parte inferior deve estar a no máximo um metro e sessenta do piso. Para incêndios da Classe A, a distância máxima a percorrer é quinze metros. Para as Classes B e C, dez metros, dada a maior velocidade de propagação. A sinalização com placa fotoluminescente é obrigatória acima de cada extintor. O acesso deve ser sempre livre — nunca posicione móveis ou caixas na frente do extintor.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NR-23 trata da proteção contra incêndios no ambiente de trabalho. O empregador deve garantir saídas de emergência sempre livres e sinalizadas, extintores adequados ao tipo de risco de cada área, e manter uma brigada de incêndio formada por funcionários treinados. O treinamento da brigada deve ser anual com simulado prático. O Plano de Prevenção e Proteção Contra Incêndios deve ser aprovado pelo Corpo de Bombeiros Militar de cada estado.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Vamos revisar os pontos essenciais sobre extintores. O fogo precisa de três elementos e eliminar qualquer um deles o extingue. Lembre as cinco classes de incêndio e nunca use água em fogo elétrico, de líquidos ou de gordura quente. Use sempre a técnica PASS: puxar, apontar para a base, apertar e varrer. Mantenha os extintores inspecionados mensalmente e com manutenção anual. Respeite as distâncias máximas e mantenha o acesso sempre livre. Após qualquer uso, recarregue imediatamente. Segurança contra incêndio começa na prevenção.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9167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A56DB"/>
                </a:solidFill>
              </a:rPr>
              <a:t>Extintores de Incêndio</a:t>
            </a:r>
          </a:p>
          <a:p>
            <a:pPr algn="ctr"/>
            <a:r>
              <a:rPr sz="4000" b="1">
                <a:solidFill>
                  <a:srgbClr val="1A56DB"/>
                </a:solidFill>
              </a:rPr>
              <a:t>Prevenção e Combate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47472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B7280"/>
                </a:solidFill>
              </a:rPr>
              <a:t>NR-23 · ABNT NBR 12693 · SENAI Unidade Cariacica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2336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B7280"/>
                </a:solidFill>
              </a:rPr>
              <a:t>Prof. Marcos José dos Santos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56DB"/>
                </a:solidFill>
              </a:rPr>
              <a:t>O Triângulo do Fogo — Como o Incêndio se Forma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O fogo precisa de TRES elementos simultâneos: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  COMBUSTIVEL — material que queima (madeira, papel, gasolina, gás).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03704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  COMBURENTE — oxigênio do ar (mínimo ~16% para sustentar chama).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34056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  CALOR (energia de ativação) — fonte de ignição (faísca, chama, atrito).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64408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O Tetraedro do Fogo acrescenta um 4° elemento: REACAO EM CADEIA.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Remover QUALQUER elemento extingue o incêndio.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2511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Principio da extincao: resfriar, abafar, isolar ou interromper a reacao.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56DB"/>
                </a:solidFill>
              </a:rPr>
              <a:t>Classes de Incêndio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CLASSE A — Solidos com brasa residual: madeira, papel, tecido, borracha.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   Agente: AGUA ou po ABC. Extincao por resfriamento.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03704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CLASSE B — Líquidos e gases inflamaveis: gasolina, alcool, GLP.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34056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   Agente: PO BC ou ABC, CO2, espuma. NUNCA use agua.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64408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CLASSE C — Equipamentos elétricos ENERGIZADOS.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   Agente: PO BC, ABC ou CO2 (nao condutores). NUNCA use agua.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2511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CLASSE D — Metais combustíveis: magnesio, titanio, sodio. Po especial.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55464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CLASSE K — Oleos e gorduras de cozinha. Extintor especifico — NUNCA agua.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56DB"/>
                </a:solidFill>
              </a:rPr>
              <a:t>Tipos de Extintores e Agentes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AGUA PRESSURIZADA: Classe A. Age por resfriamento. Nao usar em B, C ou 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PO QUIMICO SECO BC: Classes B e C. Interrompe reacao em cadeia.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03704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PO QUIMICO SECO ABC: Classes A, B e C. Mais versatil — uso mais comum.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34056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GAS CARBONICO (CO2): Classes B e C. Nao deixa residuo. Ideal para 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64408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ESPUMA MECANICA: Classes A e B. Age por abafamento e resfriamento.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PO ESPECIAL: Classe D. Especifico para cada metal combustivel.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2511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Atencao: po ABC deixa residuo — pode danar equipamentos electronicos.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56DB"/>
                </a:solidFill>
              </a:rPr>
              <a:t>Seleção Correta do Extintor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Lixeira com papel em chamas (Classe A)      → Agua ou Po ABC.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Vazamento de GLP inflamado (Classe B)       → Po BC, ABC ou CO2.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03704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Curto em quadro eletrico energizado (Cl. C) → Po BC, ABC ou CO2. NUNCA agua.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34056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Servidores e computadores                   → CO2 (sem residuo).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64408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Oleo de cozinha em alta temperatura (Cl. K) → Extintor especifico po umido.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Metal combustivel (Classe D)                → Po metalico especifico.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2511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REGRA DE OURO: leia o rotulo do extintor — ele indica as classes adequadas.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56DB"/>
                </a:solidFill>
              </a:rPr>
              <a:t>Como Usar um Extintor — Técnica 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P — PUXE o pino de segurança (remove o lacre).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A — APONTE o bico/mangueira para a BASE das chamas, nao para o topo.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03704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S — APERTE (Squeeze) o gatilho com firmeza e de forma continua.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34056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S — VARRA (Sweep) da esquerda para a direita cobrindo toda a base.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64408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Distancia segura: entre 1,5 m e 3 m da chama (consulte o rotulo).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Posicione-se com o VENTO NAS COSTAS — evita que o agente volte em voce.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2511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Mantenha SEMPRE uma rota de fuga livre atras de voce.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56DB"/>
                </a:solidFill>
              </a:rPr>
              <a:t>Inspeção, Manutenção e Validade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INSPECAO MENSAL (visual) — pelo proprio funcionário treinado: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   Lacre intacto, manometro na zona VERDE, sem danos ou corrosao.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03704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   Local acessível, sinalizado e desobstruido.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34056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MANUTENCAO ANUAL — empresa credenciada pelo INMETRO.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64408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   Verificacao interna, recarga, teste do mecanismo e laudo técnico.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TESTE HIDROSTATICO — a cada 5 anos para cilindros de aco.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2511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APOS QUALQUER USO (mesmo parcial) — recarregar imediatamente.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55464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Extintor com manometro na zona vermelha = INOPERANTE.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56DB"/>
                </a:solidFill>
              </a:rPr>
              <a:t>Localização e Sinalização (NR-23 / NBR 12693)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ALTURA: parte inferior do extintor a no maximo 1,60 m do piso.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DISTANCIA MAXIMA a percorrer: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03704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   Classe A: ate 15 metros.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34056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   Classes B e C: ate 10 metros.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64408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SINALIZACAO: placa fotoluminescente obrigatoria acima do extintor.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ACESSO: nunca obstruir com moveis, caixas ou outros objetos.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2511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QUANTIDADE: calculada pela NBR 12693 conforme area e risco do ambiente.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56DB"/>
                </a:solidFill>
              </a:rPr>
              <a:t>NR-23 — Proteção Contra Incêndios no Trabalho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Obrigacoes do empregador: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• Saidas de emergencia suficientes, sinalizadas e SEMPRE desobstruidas.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03704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• Extintores adequados ao risco em numero e tipo corretos.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34056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• BRIGADA DE INCENDIO: funcionarios treinados para resposta inicial.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64408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• Treinamento anual da brigada com simulado pratico.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• PPCI aprovado pelo Corpo de Bombeiros Militar.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2511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• Plano de emergencia e evacuacao com rotas de fuga sinalizadas.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55464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Fiscalizacao: Corpo de Bombeiros + Ministerio do Trabalho e Emprego.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56DB"/>
                </a:solidFill>
              </a:rPr>
              <a:t>Resumo — O que Saber sobre Extintores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Triangulo do Fogo: Combustivel + Comburente + Calor — remova 1 e extingue.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Classes: A (solidos) · B (liquidos/gases) · C (eletrico) · D (metais) · K (oleo).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03704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NUNCA use agua em Classes B, C ou 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34056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Tecnica PASS: Puxar pino · Apontar base · Apertar gatilho · Varrer.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64408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Inspecao mensal + manutencao anual (INMETRO) + hidrostatico a cada 5 anos.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Distancias: 15 m (Cl.A) / 10 m (Cl.B e C) — acesso livre, sinalizado.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2511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Apos qualquer uso: recarregar imediatamente.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