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 à aula aprofundada sobre a NR-10, a norma que regulamenta a segurança em instalações e serviços em eletricidade. Diferente da visão geral das NRs, aqui vamos detalhar cada aspecto técnico desta norma fundamental para quem trabalha com sistemas elétricos.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NR-10 não é exclusiva para eletricistas. Ela se aplica a qualquer trabalhador que possa ser exposto a risco elétrico, mesmo que indiretamente. Um pintor que trabalha próximo a fiações expostas, ou um pedreiro em obra com instalações energizadas, também estão sujeitos a esta norma. A NR-10 abrange todas as fases de uma instalação elétrica: desde o projeto até a desmontagem, passando pela operação e manutenção.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NR-10 define três perfis profissionais para quem trabalha com eletricidade. O capacitado é treinado por um habilitado ou qualificado para tarefas pontuais e não precisa de registro em conselho. O qualificado concluiu um curso técnico específico e tem certificado profissionalizante, mas também não precisa de registro em conselho. O habilitado é o nível mais alto: além da formação técnica ou superior, possui registro no CREA ou CRT, e pode assinar laudos e projetos. O Prontuário de Instalações é o documento que comprova a conformidade de tudo e é obrigação do empregador mantê-lo atualizado.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Prontuário de Instalações Elétricas é o documento central exigido pela NR-10. Ele deve conter todos os projetos elétricos, memoriais descritivos, diagramas unifilares e funcionais, laudos técnicos e a Anotação de Responsabilidade Técnica do engenheiro responsável. É obrigação do empregador mantê-lo sempre atualizado e disponível para qualquer fiscalização do Ministério do Trabalho. A ausência ou desatualização do prontuário resulta em autuação imediata.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sequência de controle é o procedimento mais importante da NR-10. Antes de tocar em qualquer instalação elétrica, os cinco passos devem ser cumpridos na ordem exata: desenergizar, seccionar, verificar ausência de tensão, realizar o aterramento provisório e aplicar o sistema LOTO. LOTO significa Lockout e Tagout: bloqueio com cadeado individual e etiqueta de aviso. O passo mais crítico e frequentemente negligenciado é o terceiro: verificar com instrumento calibrado se realmente não há tensão. Nunca presuma que está desenergizado — sempre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sistema LOTO é um procedimento de segurança crítico que evita a reenergização acidental de um circuito enquanto alguém está trabalhando nele. O Lockout é o bloqueio físico com cadeado individual — cada trabalhador usa o seu próprio, e ninguém pode remover o cadeado de outra pessoa. O Tagout é a etiqueta de aviso com o nome do responsável e a instrução de não ligar. Quando múltiplos trabalhadores atuam no mesmo ponto, cada um coloca seu próprio cadeado, e o circuito só pode ser reenergizado quando o último cadeado for removido.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NR-10 é clara: o trabalho em instalação energizada é exceção, nunca a regra. A desenergização com os cinco passos deve ser sempre a primeira opção. O trabalho energizado só é permitido quando a desenergização for comprovadamente inviável ou oferecer risco maior que o próprio trabalho. Neste caso, é obrigatório elaborar a Análise de Risco por escrito e emitir a Permissão de Trabalho antes de iniciar qualquer atividade. O serviço deve ser executado por profissional habilitado acompanhado de ao menos mais um trabalhador capacitado.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Análise de Risco e a Permissão de Trabalho são documentos distintos e complementares. A AR é elaborada antes, identificando os perigos específicos daquela instalação e definindo os controles necessários. A PT é o documento formal que autoriza o início do trabalho. Ela deve conter todos os dados do serviço, os riscos identificados, os EPIs requeridos, os responsáveis envolvidos e as assinaturas de todos. A PT é válida apenas para aquele serviço específico e deve ser encerrada formalmente ao final da 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NR-10 define zonas de trabalho ao redor de partes energizadas de uma instalação. A Zona de Risco é a mais próxima das partes vivas, onde o contato acidental é muito provável. Apenas habilitados com EPIs dielétricos podem atuar nela. A Zona Controlada fica ao redor da Zona de Risco e o acesso é restrito a pessoal autorizado e qualificado. A Zona de Vizinhança é a mais afastada, onde pessoas não autorizadas podem estar presentes desde que informadas dos riscos. As distâncias exatas de cada zona variam conforme o nível de tensão da instalação.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Conhecer os riscos elétricos é fundamental para preveni-los. O choque elétrico ocorre quando a corrente elétrica passa pelo corpo. Correntes acima de cinquenta miliamperes podem causar fibrilação ventricular e morte. O arco elétrico é ainda mais perigoso: ele atinge temperaturas acima de vinte mil graus Celsius, projeta metal fundido e emite radiação ultravioleta intensa. A tensão de passo ocorre quando um condutor cai no chão e cria diferença de potencial entre os dois pés. Neste caso, aproxime-se em passos curtos ou pule com os dois pés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EPIs para trabalho elétrico são determinados conjuntamente pela NR-06 e NR-10. As luvas dielétricas são o EPI mais importante: devem ser inspecionadas antes de cada uso enrolando-as do punho à ponta para detectar qualquer furo invisível. O capacete deve ser da classe B, que isola até vinte mil volts, e deve ter jugular. O uniforme anti-chama é feito de tecido tratado que não derrete nem pega fogo facilmente. Qualquer tecido sintético como poliéster é proibido, pois derrete e gruda na pele em contato com o arco elétrico.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ferramentas dielétricas são especialmente projetadas para uso em instalações elétricas. Elas possuem cabo e corpo com isolamento que suportam até mil volts em corrente alternada ou mil e quinhentos volts em corrente contínua, conforme a NBR IEC 60900. Antes de cada uso, o trabalhador deve inspecionar visualmente a ferramenta, verificando se há trincas, desgastes ou danos no isolamento. Qualquer ferramenta com isolamento comprometido deve ser retirada de uso imediatamente. Usar uma ferramenta convencional em instalação energizada é uma violação grave da NR-10.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empregador tem responsabilidades amplas e específicas definidas pela NR-10. Ele deve garantir que as instalações sejam seguras e conformes com a norma, manter o Prontuário de Instalações sempre atualizado e fornecer gratuitamente todos os EPIs dielétricos necessários. A reciclagem do treinamento NR-10 é obrigatória a cada dois anos ou sempre que houver mudança nas condições ou nos riscos da instalação. O sistema LOTO deve ser implementado e mantido como procedimento padrão da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trabalhador também tem responsabilidades claras na NR-10. A principal delas é seguir sempre a sequência de controle antes de qualquer intervenção. Nunca presuma que uma instalação está desenergizada — sempre teste com instrumento. O Direito de Recusa é um direito fundamental: o trabalhador pode e deve recusar qualquer tarefa que represente risco grave e iminente à sua integridade. Esta recusa deve ser comunicada formalmente ao superior e registrada por escrito. O trabalhador não pode sofrer nenhuma penalidade por exercer este direito.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revisar os dez pontos essenciais da NR-10. Primeiro: a norma se aplica a todos expostos ao risco elétrico, não só eletricistas. Segundo: existem três perfis profissionais — capacitado, qualificado e habilitado. Terceiro: o Prontuário é obrigatório e responsabilidade do empregador. Quarto: os cinco passos LOTO devem ser seguidos antes de qualquer intervenção. Quinto: nunca presuma tensão zero — sempre verifique com instrumento calibrado. Sexto: trabalho energizado é exceção e exige AR, PT e profissional habilitado. Sétimo: EPIs dielétricos são obrigatórios e devem ser inspecionados. Oitavo: ferramentas devem ser dielétricas e dentro do prazo de validade. Nono: reciclagem obrigatória a cada dois anos. Décimo: exercite o Direito de Recusa quando houver risco grave e iminente.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NR-10 — Segurança em Instalações</a:t>
            </a:r>
          </a:p>
          <a:p>
            <a:pPr algn="ctr"/>
            <a:r>
              <a:rPr sz="4000" b="1">
                <a:solidFill>
                  <a:srgbClr val="1A56DB"/>
                </a:solidFill>
              </a:rPr>
              <a:t>e Serviços em Eletricidade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</a:rPr>
              <a:t>Ministério do Trabalho e Emprego — Portaria n.º 3.214/78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</a:rPr>
              <a:t>SENAI · Prof. Marcos José dos Santos · Unidade Cariacica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O que é a NR-10 e para quem se aplica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Regulamenta segurança e saúde de quem trabalha com instalações elétricas.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Aplica-se em TODAS as fases: projeto, execução, operação, manutenção e desmontagem.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Obrigatória para QUALQUER trabalhador exposto a risco elétrico — não só eletricistas.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Exemplos: pintor que trabalha perto de cabos, pedreiro em obra com rede elétrica.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Complementada pela NBR 5410 (baixa tensão) e demais normas ABNT.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Descumprimento: multas (NR-28), embargo de obra, interdição do estabelecimento.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Perfis Profissionais — NR-10 item 10.8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CAPACITADO: recebeu treinamentos de profissional habilitado ou qualificado.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Autorizado para tarefas específicas e limitadas. SEM registro em conselho.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QUALIFICADO: concluiu curso técnico específico na área elétrica.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Possui certificado profissionalizante. SEM necessidade de registro em conselho.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HABILITADO: além do curso, possui registro no conselho de classe (CREA / CRT).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Máxima autonomia — pode assinar laudos, projetos e Análise de Risco.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PRONTUÁRIO: documento que registra toda a conformidade das instalações. Obrigação do empregador.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Prontuário de Instalações Elétricas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Documento obrigatório que comprova a conformidade da instalação com a NR-10.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Deve conter: projetos, memoriais descritivos, diagramas unifilares e funcionais.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Inclui: laudos, relatórios de inspeção, ART do responsável técnico.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Deve ser mantido ATUALIZADO e disponível para fiscalização a qualquer momento.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Responsabilidade do EMPREGADOR — não do técnico ou engenheiro contratado.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Ausência ou desatualização do Prontuário sujeita o empregador a autuação imediata.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Sequência de Controle — 5 Passos (LOTO)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Obrigatória ANTES de qualquer intervenção em instalação elétrica: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1. DESENERGIZAÇÃO: desligar todas as fontes (disjuntores, chaves, religadores).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2. SECCIONAMENTO: isolar fisicamente o trecho do circuito a ser trabalhado.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3. VERIFICAR AUSÊNCIA DE TENSÃO: instrumento calibrado — NUNCA presuma.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4. ATERRAMENTO PROVISÓRIO: aterrar e curto-circuitar condutores do trecho.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5. SINALIZAÇÃO / LOTO: cadeado individual + placa 'Nao ligue — homem trabalhando'.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Somente apos todos os 5 passos o trabalho pode ser iniciado com seguranca.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LOTO — Lockout / Tagout em Detalhes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LOCKOUT (bloqueio físico):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Cadeado individual colocado na chave, disjuntor ou válvula de energia.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Cada trabalhador usa SEU cadeado — não pode ser removido por outra pessoa.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TAGOUT (etiqueta de sinalização):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Placa de aviso: 'Nao ligue — Homem trabalhando — Nome do responsavel'.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Se mais de 1 trabalhador: cada um coloca SEU cadeado (vários cadeados, 1 por pessoa).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Somente o trabalhador que colocou o cadeado pode removê-lo ao finalizar o servico.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Trabalho Desenergizado × Trabalho Energizado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DESENERGIZADO (preferencial — deve ser sempre a primeira opção):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Segue os 5 passos. Menor risco. Exige capacitado ou superior.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ENERGIZADO (exceção — somente quando inviável a desenergização):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Exige justificativa técnica formal (por escrito).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Análise de Risco (AR) elaborada por habilitado/qualificado.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Permissão de Trabalho (PT) emitida antes do início do servico.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Executado por HABILITADO + ao menos 1 capacitado presente.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5546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EPIs dielétricos obrigatórios (luvas, capacete B, uniforme anti-chama).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Análise de Risco (AR) e Permissão de Trabalho (PT)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AR — Análise de Risco: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Elaborada por habilitado ou qualificado com conhecimento da instalação.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Identifica os perigos, avalia a gravidade e define os controles necessários.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Específica para cada serviço — não é genérica.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PT — Permissão de Trabalho: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Documento formal que autoriza o início do trabalho em instalação energizada.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Deve conter: local, data, serviço, riscos, EPIs, responsáveis e assinaturas.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5546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Válida apenas para aquele serviço específico — encerrada ao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Zonas de Trabalho em Instalações Elétricas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Zonas definidas em relação às partes ENERGIZADAS da instalacao: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ZONA DE RISCO (ZR): proximidade tal que o contato acidental e muito provavel.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Acesso: somente habilitados com EPIs dielétricos adequados.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ZONA CONTROLADA (ZC): ao redor da ZR. Acesso restrito e supervisionado.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Acesso: capacitados, qualificados ou habilitados com autorização.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ZONA DE VIZINHANÇA (ZV): além da ZC. Acesso permitido com informação de riscos.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As distâncias de cada zona variam conforme o nível de tensão (BT, MT ou AT).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Riscos Elétricos — Reconhecer para Prevenir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CHOQUE ELÉTRICO: passagem de corrente pelo corpo humano.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Efeitos: desde formigamento (1 mA) até fibrilação cardíaca (&gt; 50 mA) e morte.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ARCO ELÉTRICO: descarga elétrica no ar entre condutores — temperatura &gt; 20.000°C.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Projeta partículas incandescentes e emite radiação UV intensa.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QUEIMADURAS: por contato, por arco ou por ignição do vestuário.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INCÊNDIO: arco ou superaquecimento podem inflamar materiais próximos.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TENSÃO DE PASSO: diferença de potencial no solo (fio caído) — afastar em passos curtos.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EPIs Obrigatórios para Trabalho Elétrico (NR-06 + NR-10)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LUVAS DIELETRICAS: classificadas por classe de tensão (Classe 0 a 4).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Inspecionar ANTES de cada uso: enrolar do punho à ponta verificando furos.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CAPACETE CLASSE B: isolante até 20.000 V. Com jugular obrigatório.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OCULOS DE PROTEÇÃO: contra arco elétrico e projeção de partículas.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CALCADO DIELETRICO: solado isolante, sem partes metálicas expostas.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UNIFORME ANTI-CHAMA (FR): tecido tratado — proibido qualquer 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MANGA PROTETORA: usada com a luva dielétrica para proteção do antebraço.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Ferramentas Dielétricas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Ferramentas com cabo e/ou corpo isolado para uso em instalações elétricas.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Classificadas por tensão máxima de trabalho: 1.000 V CA / 1.500 V CC.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Regulamentadas pela NBR IEC 60900.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Inspeção obrigatória antes de cada uso: verificar trincas, desgaste e integridade.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Validade de teste dielétrico: respeitar o prazo impresso na ferramenta.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Ferramentas com isolamento danificado devem ser RETIRADAS DE USO imediatamente.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Nunca use ferramentas convencionais (não isoladas) em instalações energizadas.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Responsabilidades do Empregador (NR-10)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Garantir que as instalações elétricas sejam seguras e estejam em conformidade.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Manter o Prontuário de Instalações atualizado e disponível.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Fornecer EPIs dielétricos gratuitamente e em quantidade suficiente.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Promover treinamento NR-10 a CADA 2 ANOS ou quando houver mudança de risco.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Garantir que trabalho energizado tenha AR, PT e habilitado responsável.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Implementar e manter o sistema LOTO na empresa.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Manter registros de todos os treinamentos, inspeções e manutenções.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Responsabilidades do Trabalhador + Direito de Recusa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Seguir rigorosamente a sequência de controle (5 passos) antes de qualquer intervenção.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Usar corretamente TODOS os EPIs fornecidos — nunca improvise.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NUNCA presumir que a instalação está desenergizada — teste sempre.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Comunicar imediatamente ao superior qualquer condição insegura identificada.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Participar de todos os treinamentos e reciclagens promovidos pela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DIREITO DE RECUSA: recusar tarefa de risco grave e iminente SEM PENALIDADES.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Comunicar formalmente ao superior e registrar a recusa por escrito.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Resumo — 10 Pontos Essenciais da NR-10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1. Aplica-se a TODOS expostos a risco elétrico — não so eletricistas.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2. Tres perfis: Capacitado (treinado) &gt; Qualificado (certificado) &gt; Habilitado (CREA).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3. Prontuario obrigatorio — responsabilidade do empregador.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4. 5 passos LOTO antes de qualquer intervencao elétrica.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5. NUNCA presuma tensão zero — verifique sempre com instrumento.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6. Trabalho energizado e EXCECAO — exige AR, PT e habilitado.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7. EPIs: luvas dieletricas, capacete B, uniforme FR, calcado dieletrico.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5546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8. Ferramentas: isoladas, dentro da validade, inspecionadas antes do uso.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8581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9. Reciclagem obrigatoria a cada 2 anos.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1616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10. Direito de Recusa: recuse risco grave sem medo de penalidades.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