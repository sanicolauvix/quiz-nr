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Bem-vindos à apresentação sobre a NR-10, norma que regulamenta a segurança em instalações e serviços em eletricidade no Brasil. Vamos estudar os principais conceitos, perfis profissionais, sequência de controle e os equipamentos de proteção exigidos.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NR-10 se aplica a todas as empresas e trabalhadores que lidem, direta ou indiretamente, com instalações elétricas. Não é uma norma exclusiva para eletricistas — qualquer pessoa que possa se expor a riscos elétricos precisa conhecê-la. Sua base técnica é a NBR 5410, que rege as instalações de baixa tensão.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NR-10 define três perfis profissionais. O trabalhador capacitado é treinado para tarefas específicas sem precisar de certificado formal. O qualificado tem certificado profissionalizante. O habilitado vai além: tem registro em conselho de classe como o CREA. O prontuário de instalações é documento obrigatório que comprova conformidade com a norma.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qualquer intervenção em instalação elétrica, é obrigatório seguir os cinco passos da sequência de controle. Primeiro desenergize, depois seccione o trecho, verifique com instrumento que não há tensão — nunca presuma que está desligado — faça o aterramento provisório e por fim sinalize com o sistema LOTO: bloqueio com cadeado e placa de aviso.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NR-10 define zonas ao redor de partes energizadas. A Zona de Risco é a mais perigosa, onde só profissionais habilitados com EPIs adequados podem atuar. A Zona Controlada exige profissional capacitado ou superior. A Zona de Vizinhança permite presença de pessoas informadas dos riscos. Sempre que possível, o trabalho deve ser feito com a instalação desenergizada.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Trabalhar em instalações energizadas é exceção e exige autorização formal. Antes de iniciar, é preciso elaborar a Análise de Risco e emitir a Permissão de Trabalho. O serviço deve ser executado por profissional habilitado, com mais um capacitado presente. Os equipamentos de proteção dielétricos são obrigatórios e as ferramentas devem estar isoladas e dentro do prazo de validade do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EPIs para trabalho elétrico são determinados pela NR-06 em conjunto com a NR-10. As luvas dielétricas devem ser classificadas pela classe de tensão e inspecionadas antes de cada uso. O capacete classe B protege até vinte mil volts. O calçado deve ter solado dielétrico e o uniforme deve ser anti-chama, pois tecidos sintéticos derretem e grudam na pele em caso de arco elétrico.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importante entender a diferença entre a NR-10 e as normas técnicas da ABNT. A NR-10 é uma norma trabalhista que protege a integridade do trabalhador. A NBR 5410 é uma norma técnica que define como projetar e executar instalações elétricas de baixa tensão. Ambas se complementam: a norma técnica garante a instalação segura e a NR-10 garante que quem trabalha nela esteja protegido.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NR-10 estabelece responsabilidades claras para empregadores e trabalhadores. O empregador deve fornecer ambiente seguro, EPIs gratuitos e treinamentos periódicos a cada dois anos. O trabalhador deve seguir os procedimentos, usar os EPIs e pode exercer o direito de recusa quando houver risco grave e iminente sem sofrer penalidades. O descumprimento por parte do empregador sujeita à multa, embargo e interdição.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revisar os pontos essenciais da NR-10. A norma se aplica a todos os trabalhadores expostos a riscos elétricos. Existem três perfis profissionais: capacitado, qualificado e habilitado. Antes de qualquer intervenção, os cinco passos da sequência de controle são obrigatórios. Nunca presuma que está desenergizado — teste sempre. Trabalho em instalação energizada é exceção e exige documentação e EPIs específicos. A reciclagem do treinamento é obrigatória a cada dois 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1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A56DB"/>
                </a:solidFill>
              </a:rPr>
              <a:t>NR-10 — Segurança em Instalações e Serviços em Eletricidade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B7280"/>
                </a:solidFill>
              </a:rPr>
              <a:t>Ministério do Trabalho e Emprego — Portaria n.º 3.214/78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8620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B7280"/>
                </a:solidFill>
              </a:rPr>
              <a:t>SENAI · Prof. Marcos José dos Santos · Unidade Cariacica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O que é a NR-10 e seu Campo de Aplicação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Regulamenta condições mínimas de segurança e saúde para quem trabalha com instalações elétricas.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Aplica-se a todas as fases: projeto, execução, operação, manutenção, reforma e desmontagem.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Obrigatória para todo trabalhador exposto a riscos elétricos — não apenas eletricistas.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Complementada pela NBR 5410 (baixa tensão) e demais normas ABNT aplicáveis.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Descumprimento: multas, embargos e interdições pelo Ministério do Trabalho.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Perfis Profissionais (NR-10, item 10.8)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CAPACITADO: recebeu treinamentos de profissional habilitado/qualificado.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        Autorizado para tarefas específicas. Não exige registro em conselho.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QUALIFICADO: concluiu curso técnico na área elétrica com certificado profissionalizante.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        Não exige registro em conselho de classe.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HABILITADO: além do curso técnico ou graduação, possui registro no CREA ou CRT.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        Máxima autonomia técnica — pode assinar laudos e projetos.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PRONTUÁRIO: documento que reúne projetos, laudos e registros da instalação. Obrigação do empregador.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Sequência de Controle — 5 Passos Obrigatórios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1. DESENERGIZAÇÃO — desligar todas as fontes (chaves, disjuntores, religadores).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2. SECCIONAMENTO — isolar fisicamente o trecho onde será feito o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3. VERIFICAR AUSÊNCIA DE TENSÃO — usar instrumento adequado. NUNCA presuma.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4. ATERRAMENTO PROVISÓRIO — aterrar e curto-circuitar os condutores.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5. SINALIZAÇÃO / BLOQUEIO (LOTO) — cadeado + placa 'Não ligue — homem trabalhando'.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Zonas de Trabalho em Instalações Elétricas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🔴 ZONA DE RISCO (ZR): próxima de partes energizadas. Só habilitados com EPIs.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🟡 ZONA CONTROLADA (ZC): ao redor da ZR. Acesso restrito e controlado.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🔵 ZONA DE VIZINHANÇA (ZV): além da ZC. Pessoas informadas dos riscos.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🟢 TRABALHO DESENERGIZADO: condição preferencial — seguir os 5 passos.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⚠️  As distâncias de cada zona variam conforme o nível de tensão (BT, MT ou AT).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Trabalho em Instalações Energizadas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É EXCEÇÃO, não regra — só permitido quando a desenergização for inviável.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Exige Análise de Risco (AR) e emissão de Permissão de Trabalho (PT).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Realizado por profissional HABILITADO com supervisão e ao menos mais um capacitado.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EPIs obrigatórios: luvas dielétricas, capacete classe B, óculos, uniforme anti-chama.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• Ferramentas devem ser isoladas/dielétricas, inspecionadas e dentro da validade.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EPIs Obrigatórios para Trabalho Elétrico (NR-06 + NR-10)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🧤 Luvas dielétricas — classificadas por classe de tensão (0 a 4).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Inspecionar antes de cada uso: soprar e verificar furos.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⛑️  Capacete classe B (isolante até 20.000 V) com jugular.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 Óculos de proteção contra arco elétrico.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👟 Calçado com solado dielétrico — sem partes metálicas expostas.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👕 Uniforme anti-chama (FR) — proibido tecido sintético (derrete e gruda).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NBR 5410 e sua Relação com a NR-10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NR-10 (trabalhista) — segurança de quem trabalha com eletricidade (pessoas).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NBR 5410 (ABNT)    — projeto e execução de instalações de baixa tensão.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NBR 14039 (ABNT)   — instalações de média tensão.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NBR 5419 (ABNT)    — SPDA, proteção contra descargas atmosféricas.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NBR IEC 60900      — ferramentas isoladas para trabalho energizado.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Conclusão: NR-10 protege o trabalhador; NBR 5410 protege a instalação.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Responsabilidades e Penalidades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EMPREGADOR deve: garantir instalações conformes, manter Prontuário atualizado,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fornecer EPIs gratuitamente, promover treinamentos a cada 2 anos,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emitir AR e PT, garantir profissional habilitado na supervisão.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TRABALHADOR deve: seguir os 5 passos, usar EPIs corretamente,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NUNCA presumir desenergização, comunicar condições inseguras,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  exercer o Direito de Recusa em caso de risco grave e iminente.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2511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⚠️  Penalidades: multas (NR-28), embargo, interdição, ações trabalhistas.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56DB"/>
                </a:solidFill>
              </a:rPr>
              <a:t>Resumo — Pontos Essenciais da NR-10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Aplica-se a TODOS expostos a riscos elétricos, não só eletricistas.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73352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3 perfis: Capacitado (treinado) → Qualificado (certificado) → Habilitado (CREA).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03704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5 passos: Desenergizar → Seccionar → Verificar tensão → Aterrar → Sinalizar.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34056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NUNCA presuma que está desenergizado — teste sempre com instrumento.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64408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Trabalho energizado é EXCEÇÃO: exige AR, PT, habilitado e EPIs dielétricos.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11827"/>
                </a:solidFill>
              </a:rPr>
              <a:t>✅ Reciclagem obrigatória a CADA 2 ANOS ou quando houver mudança de risco.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